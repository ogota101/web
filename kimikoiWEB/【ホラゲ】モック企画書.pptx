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70" r:id="rId5"/>
    <p:sldId id="271" r:id="rId6"/>
    <p:sldId id="27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3A158-E8BE-479C-B487-138D39AA0FCD}" v="39" dt="2026-04-13T07:28:37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94660"/>
  </p:normalViewPr>
  <p:slideViewPr>
    <p:cSldViewPr snapToGrid="0">
      <p:cViewPr varScale="1">
        <p:scale>
          <a:sx n="42" d="100"/>
          <a:sy n="42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藤倉 吉樹" userId="0e81a59b-5e80-45b2-9e02-41a8f8effe10" providerId="ADAL" clId="{5FBD4291-44DA-4725-97B4-0AF3AE177848}"/>
    <pc:docChg chg="undo redo custSel addSld delSld modSld sldOrd">
      <pc:chgData name="藤倉 吉樹" userId="0e81a59b-5e80-45b2-9e02-41a8f8effe10" providerId="ADAL" clId="{5FBD4291-44DA-4725-97B4-0AF3AE177848}" dt="2026-04-13T07:30:28.270" v="1367" actId="403"/>
      <pc:docMkLst>
        <pc:docMk/>
      </pc:docMkLst>
      <pc:sldChg chg="modSp mod">
        <pc:chgData name="藤倉 吉樹" userId="0e81a59b-5e80-45b2-9e02-41a8f8effe10" providerId="ADAL" clId="{5FBD4291-44DA-4725-97B4-0AF3AE177848}" dt="2026-04-13T06:10:49.741" v="74" actId="6549"/>
        <pc:sldMkLst>
          <pc:docMk/>
          <pc:sldMk cId="2610414945" sldId="256"/>
        </pc:sldMkLst>
        <pc:spChg chg="mod">
          <ac:chgData name="藤倉 吉樹" userId="0e81a59b-5e80-45b2-9e02-41a8f8effe10" providerId="ADAL" clId="{5FBD4291-44DA-4725-97B4-0AF3AE177848}" dt="2026-04-13T06:10:49.741" v="74" actId="6549"/>
          <ac:spMkLst>
            <pc:docMk/>
            <pc:sldMk cId="2610414945" sldId="256"/>
            <ac:spMk id="2" creationId="{E7ABC70A-85FB-49D0-F162-8713F46CDF2C}"/>
          </ac:spMkLst>
        </pc:spChg>
      </pc:sldChg>
      <pc:sldChg chg="modSp mod">
        <pc:chgData name="藤倉 吉樹" userId="0e81a59b-5e80-45b2-9e02-41a8f8effe10" providerId="ADAL" clId="{5FBD4291-44DA-4725-97B4-0AF3AE177848}" dt="2026-04-13T06:11:28.854" v="87" actId="115"/>
        <pc:sldMkLst>
          <pc:docMk/>
          <pc:sldMk cId="1900073241" sldId="259"/>
        </pc:sldMkLst>
        <pc:spChg chg="mod">
          <ac:chgData name="藤倉 吉樹" userId="0e81a59b-5e80-45b2-9e02-41a8f8effe10" providerId="ADAL" clId="{5FBD4291-44DA-4725-97B4-0AF3AE177848}" dt="2026-04-13T06:11:28.854" v="87" actId="115"/>
          <ac:spMkLst>
            <pc:docMk/>
            <pc:sldMk cId="1900073241" sldId="259"/>
            <ac:spMk id="2" creationId="{3EB7D2EE-2522-8F5C-35A2-5DAF3DA1168C}"/>
          </ac:spMkLst>
        </pc:spChg>
      </pc:sldChg>
      <pc:sldChg chg="modSp add mod">
        <pc:chgData name="藤倉 吉樹" userId="0e81a59b-5e80-45b2-9e02-41a8f8effe10" providerId="ADAL" clId="{5FBD4291-44DA-4725-97B4-0AF3AE177848}" dt="2026-04-13T07:29:47.794" v="1357" actId="113"/>
        <pc:sldMkLst>
          <pc:docMk/>
          <pc:sldMk cId="4254061326" sldId="260"/>
        </pc:sldMkLst>
        <pc:spChg chg="mod">
          <ac:chgData name="藤倉 吉樹" userId="0e81a59b-5e80-45b2-9e02-41a8f8effe10" providerId="ADAL" clId="{5FBD4291-44DA-4725-97B4-0AF3AE177848}" dt="2026-04-13T07:29:47.794" v="1357" actId="113"/>
          <ac:spMkLst>
            <pc:docMk/>
            <pc:sldMk cId="4254061326" sldId="260"/>
            <ac:spMk id="2" creationId="{92AEDEED-2DED-C304-42E0-2D9BBEDF9D6B}"/>
          </ac:spMkLst>
        </pc:spChg>
      </pc:sldChg>
      <pc:sldChg chg="addSp delSp modSp add del mod">
        <pc:chgData name="藤倉 吉樹" userId="0e81a59b-5e80-45b2-9e02-41a8f8effe10" providerId="ADAL" clId="{5FBD4291-44DA-4725-97B4-0AF3AE177848}" dt="2026-04-13T07:25:34.387" v="1319" actId="2696"/>
        <pc:sldMkLst>
          <pc:docMk/>
          <pc:sldMk cId="72851430" sldId="261"/>
        </pc:sldMkLst>
        <pc:spChg chg="mod">
          <ac:chgData name="藤倉 吉樹" userId="0e81a59b-5e80-45b2-9e02-41a8f8effe10" providerId="ADAL" clId="{5FBD4291-44DA-4725-97B4-0AF3AE177848}" dt="2026-04-13T06:50:14.479" v="1271" actId="404"/>
          <ac:spMkLst>
            <pc:docMk/>
            <pc:sldMk cId="72851430" sldId="261"/>
            <ac:spMk id="2" creationId="{73E3C74D-D4C3-6160-3829-88F34F9CDBC4}"/>
          </ac:spMkLst>
        </pc:spChg>
        <pc:graphicFrameChg chg="add del mod">
          <ac:chgData name="藤倉 吉樹" userId="0e81a59b-5e80-45b2-9e02-41a8f8effe10" providerId="ADAL" clId="{5FBD4291-44DA-4725-97B4-0AF3AE177848}" dt="2026-04-13T06:39:44.513" v="1233" actId="478"/>
          <ac:graphicFrameMkLst>
            <pc:docMk/>
            <pc:sldMk cId="72851430" sldId="261"/>
            <ac:graphicFrameMk id="3" creationId="{956AFBB6-D7A6-16BC-6CDB-93CDC8BC5326}"/>
          </ac:graphicFrameMkLst>
        </pc:graphicFrameChg>
        <pc:graphicFrameChg chg="add del mod">
          <ac:chgData name="藤倉 吉樹" userId="0e81a59b-5e80-45b2-9e02-41a8f8effe10" providerId="ADAL" clId="{5FBD4291-44DA-4725-97B4-0AF3AE177848}" dt="2026-04-13T06:43:05.352" v="1244" actId="478"/>
          <ac:graphicFrameMkLst>
            <pc:docMk/>
            <pc:sldMk cId="72851430" sldId="261"/>
            <ac:graphicFrameMk id="7" creationId="{EDBE2362-F244-5F16-C584-F6BC29B7BCBB}"/>
          </ac:graphicFrameMkLst>
        </pc:graphicFrameChg>
        <pc:graphicFrameChg chg="add del mod">
          <ac:chgData name="藤倉 吉樹" userId="0e81a59b-5e80-45b2-9e02-41a8f8effe10" providerId="ADAL" clId="{5FBD4291-44DA-4725-97B4-0AF3AE177848}" dt="2026-04-13T07:25:03.709" v="1313" actId="478"/>
          <ac:graphicFrameMkLst>
            <pc:docMk/>
            <pc:sldMk cId="72851430" sldId="261"/>
            <ac:graphicFrameMk id="11" creationId="{5BE75E76-C97B-EED5-DFE9-1C76DF32F8AD}"/>
          </ac:graphicFrameMkLst>
        </pc:graphicFrameChg>
      </pc:sldChg>
      <pc:sldChg chg="modSp add mod">
        <pc:chgData name="藤倉 吉樹" userId="0e81a59b-5e80-45b2-9e02-41a8f8effe10" providerId="ADAL" clId="{5FBD4291-44DA-4725-97B4-0AF3AE177848}" dt="2026-04-13T07:28:39.670" v="1350" actId="6549"/>
        <pc:sldMkLst>
          <pc:docMk/>
          <pc:sldMk cId="2225996633" sldId="262"/>
        </pc:sldMkLst>
        <pc:spChg chg="mod">
          <ac:chgData name="藤倉 吉樹" userId="0e81a59b-5e80-45b2-9e02-41a8f8effe10" providerId="ADAL" clId="{5FBD4291-44DA-4725-97B4-0AF3AE177848}" dt="2026-04-13T07:28:39.670" v="1350" actId="6549"/>
          <ac:spMkLst>
            <pc:docMk/>
            <pc:sldMk cId="2225996633" sldId="262"/>
            <ac:spMk id="2" creationId="{B0273E00-02F1-26EF-60DD-4D9C2FCEECA4}"/>
          </ac:spMkLst>
        </pc:spChg>
      </pc:sldChg>
      <pc:sldChg chg="modSp add mod">
        <pc:chgData name="藤倉 吉樹" userId="0e81a59b-5e80-45b2-9e02-41a8f8effe10" providerId="ADAL" clId="{5FBD4291-44DA-4725-97B4-0AF3AE177848}" dt="2026-04-13T07:30:28.270" v="1367" actId="403"/>
        <pc:sldMkLst>
          <pc:docMk/>
          <pc:sldMk cId="2142528103" sldId="263"/>
        </pc:sldMkLst>
        <pc:spChg chg="mod">
          <ac:chgData name="藤倉 吉樹" userId="0e81a59b-5e80-45b2-9e02-41a8f8effe10" providerId="ADAL" clId="{5FBD4291-44DA-4725-97B4-0AF3AE177848}" dt="2026-04-13T07:30:28.270" v="1367" actId="403"/>
          <ac:spMkLst>
            <pc:docMk/>
            <pc:sldMk cId="2142528103" sldId="263"/>
            <ac:spMk id="2" creationId="{EC460244-4809-DAD6-FA15-EEB2DFD9CFF8}"/>
          </ac:spMkLst>
        </pc:spChg>
      </pc:sldChg>
      <pc:sldChg chg="modSp add del mod">
        <pc:chgData name="藤倉 吉樹" userId="0e81a59b-5e80-45b2-9e02-41a8f8effe10" providerId="ADAL" clId="{5FBD4291-44DA-4725-97B4-0AF3AE177848}" dt="2026-04-13T07:26:29.719" v="1328" actId="2696"/>
        <pc:sldMkLst>
          <pc:docMk/>
          <pc:sldMk cId="3231454848" sldId="264"/>
        </pc:sldMkLst>
        <pc:spChg chg="mod">
          <ac:chgData name="藤倉 吉樹" userId="0e81a59b-5e80-45b2-9e02-41a8f8effe10" providerId="ADAL" clId="{5FBD4291-44DA-4725-97B4-0AF3AE177848}" dt="2026-04-13T06:26:34.182" v="984" actId="20577"/>
          <ac:spMkLst>
            <pc:docMk/>
            <pc:sldMk cId="3231454848" sldId="264"/>
            <ac:spMk id="2" creationId="{53748AE0-DCD6-EED4-2F1B-E7AC7C5DAA17}"/>
          </ac:spMkLst>
        </pc:spChg>
      </pc:sldChg>
      <pc:sldChg chg="modSp add mod">
        <pc:chgData name="藤倉 吉樹" userId="0e81a59b-5e80-45b2-9e02-41a8f8effe10" providerId="ADAL" clId="{5FBD4291-44DA-4725-97B4-0AF3AE177848}" dt="2026-04-13T06:37:19.127" v="1231" actId="6549"/>
        <pc:sldMkLst>
          <pc:docMk/>
          <pc:sldMk cId="1147059679" sldId="265"/>
        </pc:sldMkLst>
        <pc:spChg chg="mod">
          <ac:chgData name="藤倉 吉樹" userId="0e81a59b-5e80-45b2-9e02-41a8f8effe10" providerId="ADAL" clId="{5FBD4291-44DA-4725-97B4-0AF3AE177848}" dt="2026-04-13T06:37:19.127" v="1231" actId="6549"/>
          <ac:spMkLst>
            <pc:docMk/>
            <pc:sldMk cId="1147059679" sldId="265"/>
            <ac:spMk id="2" creationId="{7C41D642-3CF2-DA69-6BB8-67D0A62CA800}"/>
          </ac:spMkLst>
        </pc:spChg>
      </pc:sldChg>
      <pc:sldChg chg="modSp add mod">
        <pc:chgData name="藤倉 吉樹" userId="0e81a59b-5e80-45b2-9e02-41a8f8effe10" providerId="ADAL" clId="{5FBD4291-44DA-4725-97B4-0AF3AE177848}" dt="2026-04-13T06:36:41.914" v="1222" actId="113"/>
        <pc:sldMkLst>
          <pc:docMk/>
          <pc:sldMk cId="330413720" sldId="266"/>
        </pc:sldMkLst>
        <pc:spChg chg="mod">
          <ac:chgData name="藤倉 吉樹" userId="0e81a59b-5e80-45b2-9e02-41a8f8effe10" providerId="ADAL" clId="{5FBD4291-44DA-4725-97B4-0AF3AE177848}" dt="2026-04-13T06:36:41.914" v="1222" actId="113"/>
          <ac:spMkLst>
            <pc:docMk/>
            <pc:sldMk cId="330413720" sldId="266"/>
            <ac:spMk id="2" creationId="{DF682F28-0FAC-177B-9AFD-A817E37018FA}"/>
          </ac:spMkLst>
        </pc:spChg>
      </pc:sldChg>
      <pc:sldChg chg="modSp add del mod">
        <pc:chgData name="藤倉 吉樹" userId="0e81a59b-5e80-45b2-9e02-41a8f8effe10" providerId="ADAL" clId="{5FBD4291-44DA-4725-97B4-0AF3AE177848}" dt="2026-04-13T07:28:13.979" v="1339" actId="2696"/>
        <pc:sldMkLst>
          <pc:docMk/>
          <pc:sldMk cId="1385974233" sldId="267"/>
        </pc:sldMkLst>
        <pc:spChg chg="mod">
          <ac:chgData name="藤倉 吉樹" userId="0e81a59b-5e80-45b2-9e02-41a8f8effe10" providerId="ADAL" clId="{5FBD4291-44DA-4725-97B4-0AF3AE177848}" dt="2026-04-13T07:25:29.295" v="1318" actId="20577"/>
          <ac:spMkLst>
            <pc:docMk/>
            <pc:sldMk cId="1385974233" sldId="267"/>
            <ac:spMk id="2" creationId="{D3A0A386-2912-8533-C9A9-78BB9CA03600}"/>
          </ac:spMkLst>
        </pc:spChg>
      </pc:sldChg>
      <pc:sldChg chg="modSp add del mod ord">
        <pc:chgData name="藤倉 吉樹" userId="0e81a59b-5e80-45b2-9e02-41a8f8effe10" providerId="ADAL" clId="{5FBD4291-44DA-4725-97B4-0AF3AE177848}" dt="2026-04-13T07:28:13.979" v="1339" actId="2696"/>
        <pc:sldMkLst>
          <pc:docMk/>
          <pc:sldMk cId="3163914569" sldId="268"/>
        </pc:sldMkLst>
        <pc:spChg chg="mod">
          <ac:chgData name="藤倉 吉樹" userId="0e81a59b-5e80-45b2-9e02-41a8f8effe10" providerId="ADAL" clId="{5FBD4291-44DA-4725-97B4-0AF3AE177848}" dt="2026-04-13T07:27:35.558" v="1333" actId="20577"/>
          <ac:spMkLst>
            <pc:docMk/>
            <pc:sldMk cId="3163914569" sldId="268"/>
            <ac:spMk id="2" creationId="{10D2800E-2DA4-A286-9FC5-E0874DBC3E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0378C-5CFE-98A3-B559-5FFB96877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4654AA-449B-40F3-4C8D-86C1E54D2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95EFB9-8FD2-8EFA-5A67-09B91CDC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C7F2E4-C019-B448-DB44-A1BEF93A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9713EA-E30F-0F2E-47A8-E4E38989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75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ED49EF-421C-8AA5-0A0E-EE0B456A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C3B203-82CB-89ED-4A5B-1FD5F2ED6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4BF6A0-FB8E-7FA3-FCF1-53F2975B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C119EB-6B6B-8F24-1AC6-C78EAC19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01FF89-B1DE-2D55-4D1D-223345C7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93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2274A6-0F29-A5CF-6312-F451DD83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142E7E-BDBD-7C06-EBB1-032A887ED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C27341-C2C1-7CB1-9BDD-C3F12C82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354651-FED1-FD01-B690-45065455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A6074D-FD1F-0170-A82E-ED28A390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03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89F37-C1C0-B9F9-52BC-E17FA2F7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43CBB7-7ADB-1F7A-EF01-41BBA06CB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F96804-9FFA-D692-D1E3-5760100C8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3D445F-0264-BA95-9867-2242D779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EB2E40-47C0-6674-AC37-CF2A5223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0302CF-B037-B9AA-148D-BC43E40E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51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A4B305-82C2-8024-A9E6-1503BE49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293F88-12E8-F0C1-011E-CAB5A8851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5D0FED-3160-04FB-0D35-7D07D1ED3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B7407C-D6B1-7AD8-0068-720D2AECB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C5AD2F-DF34-8F50-67B8-56F76C52F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B8FC86-BB44-2423-8E59-26E279F7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ECCDC0-E46E-BD20-7DDB-A120ADB0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4234B5-CF8A-C5D8-0D11-B2E401A8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62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C80306-4D1A-196E-E698-DA7764E2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DDF046-CCBA-4077-2157-C7C192EC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561FDE-FEC4-784B-9C93-4479F92F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AC4BBD-9D9A-022F-700D-2BFFE29D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92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660D41-DE1E-8535-2A1C-80494FA0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9663B4-0373-6AC2-ABB3-C46B3900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C09232-F409-CFA1-CB8C-000B2F22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57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C527B5-67D2-2517-C3DB-514145B75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C515DB-3212-C33A-2694-557E702BA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9366B3-982B-3AAB-52EC-4A7361157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8225F-6329-794D-CB6D-F3BFF7D2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5E96AC-6504-F1F7-2F9F-43AF9386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FBAF35-937E-6C07-F42F-1021DE39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74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E687B-BA43-262A-4094-E9E9F8FB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98D25F-2829-BC0D-6791-EB05AED65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DAA198-EF14-A277-E237-DBB10DC9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8EF5BD-8337-2DC7-AC49-5CC83BCA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2A5B3A-7C36-70A8-AE07-C847B096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9B02C1-7424-98AC-076E-794DB8E7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07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DBDF06-89D2-3E80-A45A-5EBC0E86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4D44EA-ED39-06DF-A281-34C981508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9E6C1-DD2B-747F-8FC1-1D06C702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F65278-D768-36FD-B306-6C589AAB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8D6E51-C7B9-2F60-6B5D-01059D56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92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24A801-2237-DD52-0121-E1116896C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1BB632-18FB-D4F6-D1CF-65F5DEA50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D0D3C8-FE6B-A7C4-FD92-1A39BF2C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0EEFB3-468A-FF05-2F96-53820AF0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492217-8BE2-88FF-9A49-D7931A61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94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CB07A1-6601-3159-EA86-F495169E1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D8821C-DCB4-B6B6-8CDF-FDE982B3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3923AA-E718-5C9A-035B-50344BC10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58F50-B0F6-4346-A345-2F08BA6DE62B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4774C8-3904-AEAF-D516-44B07E5BA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750EB4-28E6-A34C-45D4-220D7DF4F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ACC74-053F-4F2B-B786-F9EBDB4BAF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70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47B3CCF-3B98-4D97-52DD-22A6B6C095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37153"/>
            <a:ext cx="11704344" cy="658369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7ABC70A-85FB-49D0-F162-8713F46CD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28" y="4749801"/>
            <a:ext cx="11785599" cy="1879600"/>
          </a:xfrm>
        </p:spPr>
        <p:txBody>
          <a:bodyPr anchor="ctr">
            <a:normAutofit/>
          </a:bodyPr>
          <a:lstStyle/>
          <a:p>
            <a:r>
              <a:rPr lang="ja-JP" altLang="en-US" sz="8800" b="1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ホラゲモック企画書</a:t>
            </a:r>
            <a:endParaRPr kumimoji="1" lang="ja-JP" altLang="en-US" sz="8800" b="1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041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CDB3981-2272-7902-1878-4E589F294C36}"/>
              </a:ext>
            </a:extLst>
          </p:cNvPr>
          <p:cNvSpPr/>
          <p:nvPr/>
        </p:nvSpPr>
        <p:spPr>
          <a:xfrm>
            <a:off x="146050" y="165100"/>
            <a:ext cx="11899900" cy="6527800"/>
          </a:xfrm>
          <a:prstGeom prst="roundRect">
            <a:avLst>
              <a:gd name="adj" fmla="val 116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594B5BF-ABE1-5F22-EA0E-744C9D3B317B}"/>
              </a:ext>
            </a:extLst>
          </p:cNvPr>
          <p:cNvSpPr txBox="1"/>
          <p:nvPr/>
        </p:nvSpPr>
        <p:spPr>
          <a:xfrm>
            <a:off x="781050" y="672058"/>
            <a:ext cx="107315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①制作目的</a:t>
            </a:r>
            <a:endParaRPr lang="en-US" altLang="ja-JP" sz="4400" b="1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ja-JP" altLang="en-US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 </a:t>
            </a:r>
            <a:r>
              <a:rPr lang="ja-JP" altLang="en-US" sz="2600" b="1" u="sng" dirty="0">
                <a:solidFill>
                  <a:srgbClr val="C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ホラゲ企画の面白さ、実現性を可視化するモックアップを制作したい。</a:t>
            </a:r>
            <a:br>
              <a:rPr lang="ja-JP" altLang="en-US" sz="2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  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…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なので、モックの完成をもって以下が実現される</a:t>
            </a:r>
            <a:b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・ホラゲ企画の序盤が遊べる（＝遊びと演出の面白さを知りたい）</a:t>
            </a:r>
            <a:b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・社内外関係者との認識合わせ（どんなゲームかわかる）</a:t>
            </a:r>
            <a:b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・人材アサインの妥当性の確認（作れる、作れない）</a:t>
            </a:r>
            <a:b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・イラスト、ＢＧＭ、シナリオ、ＵＩの確認</a:t>
            </a:r>
            <a:b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・全体の予算感の確認</a:t>
            </a:r>
            <a:br>
              <a:rPr lang="en-US" altLang="ja-JP" sz="2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8797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ED2B-9A21-9918-E7F2-6770EF0D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183DB8C-4CCE-DE81-E4D7-85D12E71EAD3}"/>
              </a:ext>
            </a:extLst>
          </p:cNvPr>
          <p:cNvSpPr/>
          <p:nvPr/>
        </p:nvSpPr>
        <p:spPr>
          <a:xfrm>
            <a:off x="146050" y="165100"/>
            <a:ext cx="11899900" cy="6527800"/>
          </a:xfrm>
          <a:prstGeom prst="roundRect">
            <a:avLst>
              <a:gd name="adj" fmla="val 116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D38D34-C0AB-AE3F-97B4-671108B35A4A}"/>
              </a:ext>
            </a:extLst>
          </p:cNvPr>
          <p:cNvSpPr txBox="1"/>
          <p:nvPr/>
        </p:nvSpPr>
        <p:spPr>
          <a:xfrm>
            <a:off x="4048124" y="1777137"/>
            <a:ext cx="40957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②予算</a:t>
            </a:r>
            <a:r>
              <a:rPr lang="en-US" altLang="ja-JP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/</a:t>
            </a:r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人員計画</a:t>
            </a:r>
            <a:br>
              <a:rPr lang="en-US" altLang="ja-JP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③概要書</a:t>
            </a:r>
            <a:br>
              <a:rPr lang="en-US" altLang="ja-JP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④フローチャート</a:t>
            </a:r>
            <a:br>
              <a:rPr lang="ja-JP" altLang="en-US" sz="40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br>
              <a:rPr lang="en-US" altLang="ja-JP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</a:t>
            </a:r>
            <a:r>
              <a:rPr lang="ja-JP" altLang="en-US" sz="4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別紙参照</a:t>
            </a:r>
            <a:br>
              <a:rPr lang="en-US" altLang="ja-JP" sz="2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5285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C723-E9D0-935F-3314-9C223CF0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365A116-48FE-EC75-02EE-BEFB3044781F}"/>
              </a:ext>
            </a:extLst>
          </p:cNvPr>
          <p:cNvSpPr/>
          <p:nvPr/>
        </p:nvSpPr>
        <p:spPr>
          <a:xfrm>
            <a:off x="146050" y="165100"/>
            <a:ext cx="11899900" cy="6527800"/>
          </a:xfrm>
          <a:prstGeom prst="roundRect">
            <a:avLst>
              <a:gd name="adj" fmla="val 116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B3A503-CEC2-955F-9A65-4CC17DF1C26C}"/>
              </a:ext>
            </a:extLst>
          </p:cNvPr>
          <p:cNvSpPr txBox="1"/>
          <p:nvPr/>
        </p:nvSpPr>
        <p:spPr>
          <a:xfrm>
            <a:off x="787400" y="675839"/>
            <a:ext cx="101981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⑤なにを検証するのか</a:t>
            </a:r>
            <a:br>
              <a:rPr lang="ja-JP" altLang="en-US" sz="24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en-US" altLang="ja-JP" sz="2400" b="1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8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・インパクトのある冒頭になっているか</a:t>
            </a:r>
            <a:b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・パラメーター調整は面白いか</a:t>
            </a:r>
            <a:b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・全体ストーリーは興味を引くものになっているか</a:t>
            </a:r>
            <a:b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・キミコイ（作中作）ストーリーは適切か</a:t>
            </a:r>
            <a:b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・各種演出は狙った効果を発揮しているか</a:t>
            </a:r>
            <a:b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4892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2995-47AB-6A81-BEFF-65A25A19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5FFC52A-648F-7D75-7494-7302B2FB33D8}"/>
              </a:ext>
            </a:extLst>
          </p:cNvPr>
          <p:cNvSpPr/>
          <p:nvPr/>
        </p:nvSpPr>
        <p:spPr>
          <a:xfrm>
            <a:off x="146050" y="165100"/>
            <a:ext cx="11899900" cy="6527800"/>
          </a:xfrm>
          <a:prstGeom prst="roundRect">
            <a:avLst>
              <a:gd name="adj" fmla="val 116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6B3A39-2D8E-BBA5-B602-F4EEA1FA2E6D}"/>
              </a:ext>
            </a:extLst>
          </p:cNvPr>
          <p:cNvSpPr txBox="1"/>
          <p:nvPr/>
        </p:nvSpPr>
        <p:spPr>
          <a:xfrm>
            <a:off x="787400" y="676980"/>
            <a:ext cx="6096000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⑥本開発でやりたいこと</a:t>
            </a:r>
            <a:br>
              <a:rPr lang="ja-JP" altLang="en-US" sz="44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endParaRPr lang="en-US" altLang="ja-JP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・分岐後のシナリオルート５本分</a:t>
            </a:r>
            <a:b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・死亡エンド２５種</a:t>
            </a:r>
            <a:b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・分岐後の各ルート演出</a:t>
            </a:r>
            <a:b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・妹立ち絵３種、</a:t>
            </a: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SPINE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動き追加</a:t>
            </a:r>
            <a:b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・キミコイ</a:t>
            </a: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CG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９枚</a:t>
            </a:r>
            <a:endParaRPr lang="en-US" altLang="ja-JP" sz="2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・妹</a:t>
            </a: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CG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２５枚</a:t>
            </a:r>
            <a:b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・</a:t>
            </a: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BGM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１５曲</a:t>
            </a:r>
            <a:endParaRPr lang="en-US" altLang="ja-JP" sz="21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・演出用動画</a:t>
            </a: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6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本</a:t>
            </a:r>
          </a:p>
          <a:p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・パラメータ機能拡充</a:t>
            </a:r>
            <a:b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・疑似デスクトップ機能拡充</a:t>
            </a:r>
            <a:b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・セーブロード機能追加</a:t>
            </a:r>
            <a:b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・妹フルボイス追加</a:t>
            </a:r>
            <a:b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	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・本開発用</a:t>
            </a:r>
            <a:r>
              <a:rPr lang="en-US" altLang="ja-JP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UI</a:t>
            </a:r>
            <a:r>
              <a:rPr lang="ja-JP" altLang="en-US" sz="21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、演出デザイン</a:t>
            </a:r>
            <a:endParaRPr lang="ja-JP" altLang="en-US" sz="2100" dirty="0"/>
          </a:p>
        </p:txBody>
      </p:sp>
    </p:spTree>
    <p:extLst>
      <p:ext uri="{BB962C8B-B14F-4D97-AF65-F5344CB8AC3E}">
        <p14:creationId xmlns:p14="http://schemas.microsoft.com/office/powerpoint/2010/main" val="23422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6F943-A8A8-9321-49C3-B76E75A0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957023-C90A-D88C-D557-6C7FFB85C515}"/>
              </a:ext>
            </a:extLst>
          </p:cNvPr>
          <p:cNvSpPr/>
          <p:nvPr/>
        </p:nvSpPr>
        <p:spPr>
          <a:xfrm>
            <a:off x="146050" y="165100"/>
            <a:ext cx="11899900" cy="6527800"/>
          </a:xfrm>
          <a:prstGeom prst="roundRect">
            <a:avLst>
              <a:gd name="adj" fmla="val 116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25A47D-0941-2D51-8BE6-5AD3202B7248}"/>
              </a:ext>
            </a:extLst>
          </p:cNvPr>
          <p:cNvSpPr txBox="1"/>
          <p:nvPr/>
        </p:nvSpPr>
        <p:spPr>
          <a:xfrm>
            <a:off x="787400" y="684758"/>
            <a:ext cx="6096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b="1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⑦開発者様情報</a:t>
            </a:r>
            <a:endParaRPr lang="en-US" altLang="ja-JP" sz="4000" b="1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■お名前</a:t>
            </a:r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大竹 太貴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様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■本開発費用</a:t>
            </a:r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400" b="1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600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万円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■モック開発費用</a:t>
            </a:r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400" b="1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50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万円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■納期</a:t>
            </a:r>
            <a:b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4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一か月（</a:t>
            </a:r>
            <a:r>
              <a:rPr lang="en-US" altLang="ja-JP" sz="24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20</a:t>
            </a:r>
            <a:r>
              <a:rPr lang="ja-JP" altLang="en-US" sz="24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人日）</a:t>
            </a:r>
            <a:endParaRPr lang="ja-JP" altLang="en-US" sz="2400" dirty="0"/>
          </a:p>
          <a:p>
            <a:endParaRPr lang="en-US" altLang="ja-JP" sz="1600" b="1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045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316</Words>
  <Application>Microsoft Office PowerPoint</Application>
  <PresentationFormat>ワイド画面</PresentationFormat>
  <Paragraphs>18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ホラゲモック企画書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藤倉 吉樹</dc:creator>
  <cp:lastModifiedBy>江頭 絵理</cp:lastModifiedBy>
  <cp:revision>9</cp:revision>
  <dcterms:created xsi:type="dcterms:W3CDTF">2026-03-16T06:32:18Z</dcterms:created>
  <dcterms:modified xsi:type="dcterms:W3CDTF">2026-04-13T09:28:21Z</dcterms:modified>
</cp:coreProperties>
</file>